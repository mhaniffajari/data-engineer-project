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2061-C30F-DDEE-6896-F7814AAE1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7D0DE-AE4A-797A-600B-FD4859BB2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76E5C-99BD-586E-388B-7B322706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A7DD4-F5CA-038A-C0B4-BCC205D5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EC456-C3F5-93EA-B1CC-780BD692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259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552B-D7E3-9F1A-65EC-C9D76FF61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A8689-7DB8-5893-8B45-012FA6F9C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13714-529C-9C38-7865-028C8C6C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7C610-8D0C-E80B-D803-858446E0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C0E01-B7BC-5672-3F92-E9358029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761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9245-592A-704E-A72F-AEC7B1F1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3202D-BFF7-1BCC-D030-E946D71B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74271-A587-02EA-84FA-8FB47D162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E48A8-13ED-1D60-A95D-1C8A9FAA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B81B6-12D9-6AC5-9E1A-A550FDBA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083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087C-74C5-3795-258A-D4EDCCC5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B3178-5620-0997-F6D6-C5B0A2FB1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69965-E1D8-A016-3A11-33A0F3309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9916E-DC44-7988-6A9E-EF32B21C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0F84B-F773-84DE-5DD1-45CAC1079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54A1D-69A8-8F2A-81F8-C15F8DBD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074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B87F-5DF4-D225-0A89-39D5C505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F1888-6635-A9C2-5D6E-6BBCAA632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F99E38-919E-DDC6-5CD8-9F63D36A5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7A39B-DF24-DFF9-8405-159870CC8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21380-59D6-9947-5B70-7DDA1E948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E0A66-1282-7598-D193-1A8D37F99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6B3B52-0DEC-020E-D512-6F94BDD6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EB387-9AED-30F3-5F41-56D5CAEE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94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6ECE-6F6B-BD44-2945-621B7332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A717B-5A7A-5DA7-262F-6E901301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78A3E-1BAF-0BC9-40DA-BCB2CD96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8E1A9-06FB-CE31-A113-22ACACCB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6960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2AE512-C3AA-321F-7A0B-F2717DE1B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3D591-F44F-3470-86FC-104E7BA4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23A06-8A72-1E4E-4BF8-865997E5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082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AD2A-50BE-2362-BCE0-99545712F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2390C-6697-1983-3277-239634CBF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A55F3-9B60-B8B0-8051-EE4D2FE5B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C2314-1B74-411E-14BA-E353D1AE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1B515-4639-020F-2990-4C01FEF4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D777E-CF4C-3B4D-7810-DED75F6E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461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AC00-2718-A9CE-C373-F0CE9D29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D89AC-4707-3E80-948C-D939FF1E5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06355-65B2-C56F-7AAE-9880E714E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CC097-134A-8701-A68E-91D36897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A2D25-1483-C623-2196-488A6589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3F94E-7D02-541F-0878-FFFF366E9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950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B5730-BBD1-AC8E-2419-3355AD81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EAB17-5D8B-4988-5C5D-9C1041142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9502-20FC-651E-0037-AF4A815F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2287A-6962-6A12-163A-13B1D565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C1BDB-98D0-7374-3907-F5EC38DA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433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A8F0CA-B7FF-0B27-4D6F-38071D4C4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B2CB9-8191-AC6F-696C-D72CF0791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3B5F8-4A81-7F2A-CB75-80B66F63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5A7E1-38D5-4CA7-0DBA-328A2187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F613C-84E2-614D-BB7A-520CDDF3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566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4BE2B-3E84-281B-92A1-F9F204DC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C6EE0-AF3C-C369-3099-9FE88207C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2DFB5-F92A-C97B-F136-B54E18BF6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25297-FD6E-491A-9717-E03E62442C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9AA92-B883-F9E9-FD9B-91850C6E9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093AF-E839-E830-7D7A-C8699B9A6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E49CC-3FB5-4546-86BD-89287180940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405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71F5-FCCB-213A-7098-58903B2C2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Extract Review and Product from Tokopedia</a:t>
            </a:r>
            <a:endParaRPr lang="en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73303-8837-443E-9E70-8B72B14B0B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Muhammad Hanif Fajari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3341701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9B9C-CCDF-75C5-E4A4-27605B6D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 Level Diagram</a:t>
            </a:r>
            <a:endParaRPr lang="en-ID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1F2FFE-EB17-B4F4-C02C-0F9372B92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40" y="1883569"/>
            <a:ext cx="11277120" cy="309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42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6233-8199-0F8C-BE11-54B991A5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7CAB-28D1-E99D-E37C-B23F618F1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 Diagram</a:t>
            </a:r>
            <a:endParaRPr lang="en-ID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F1E079-6361-2FD6-E9C7-16856338E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006" y="1690688"/>
            <a:ext cx="8281987" cy="457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48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AA8C-AEFB-EDA6-DA5F-0ABBE675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72664-0CE3-93DC-8FE4-A2519508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Usability</a:t>
            </a:r>
            <a:endParaRPr lang="en-ID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1526D-F8F0-2605-A9E0-C17465D9F70C}"/>
              </a:ext>
            </a:extLst>
          </p:cNvPr>
          <p:cNvSpPr txBox="1"/>
          <p:nvPr/>
        </p:nvSpPr>
        <p:spPr>
          <a:xfrm>
            <a:off x="738187" y="1781175"/>
            <a:ext cx="10715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process can be used to analyze customer feedback, competitors, and product trends.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9594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78BA-49F4-7293-7BC8-D82EA61C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03E6-3A53-C426-1B6A-792C6682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Improvement</a:t>
            </a:r>
            <a:endParaRPr lang="en-ID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C52A5-C4FF-F9BB-651F-96F56A266691}"/>
              </a:ext>
            </a:extLst>
          </p:cNvPr>
          <p:cNvSpPr txBox="1"/>
          <p:nvPr/>
        </p:nvSpPr>
        <p:spPr>
          <a:xfrm>
            <a:off x="738187" y="1781175"/>
            <a:ext cx="10715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logging for incremental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integration to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automatic categorization to make the process more dynamic and avoid hardcoding</a:t>
            </a:r>
          </a:p>
        </p:txBody>
      </p:sp>
    </p:spTree>
    <p:extLst>
      <p:ext uri="{BB962C8B-B14F-4D97-AF65-F5344CB8AC3E}">
        <p14:creationId xmlns:p14="http://schemas.microsoft.com/office/powerpoint/2010/main" val="4290549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54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Extract Review and Product from Tokopedia</vt:lpstr>
      <vt:lpstr>High Level Diagram</vt:lpstr>
      <vt:lpstr>Table Diagram</vt:lpstr>
      <vt:lpstr>Usability</vt:lpstr>
      <vt:lpstr>Future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Hanif</dc:creator>
  <cp:lastModifiedBy>Muhammad Hanif</cp:lastModifiedBy>
  <cp:revision>4</cp:revision>
  <dcterms:created xsi:type="dcterms:W3CDTF">2025-11-02T00:07:57Z</dcterms:created>
  <dcterms:modified xsi:type="dcterms:W3CDTF">2025-11-03T15:07:44Z</dcterms:modified>
</cp:coreProperties>
</file>